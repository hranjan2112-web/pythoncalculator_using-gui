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60" r:id="rId4"/>
    <p:sldId id="258" r:id="rId5"/>
    <p:sldId id="259" r:id="rId6"/>
    <p:sldId id="265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395336-2B0B-454C-8B1A-59E7FA9F0983}" v="223" dt="2026-02-02T08:21:53.2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36A0-9F24-45BF-B389-F6478DB45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28700"/>
            <a:ext cx="9144000" cy="2481263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00" spc="7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D85EF-076F-4C35-862A-BAFF685DD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4376"/>
            <a:ext cx="9144000" cy="1433423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221EC-BF54-4DDD-8900-F2027CDA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11FB-1606-4EC5-9BCA-2DC04C2243EA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5AB69-7069-48FB-8925-F2BA8412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32A-F7A5-4E3B-A28F-09C82341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430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99D7-1EE5-4262-9359-A0E2B733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40903" cy="12334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A1C5-272A-45C2-A11A-E7769A27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4939"/>
            <a:ext cx="10240903" cy="39561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DA15-1EAB-4524-9BB7-8A7DA82A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AA53-8FBA-45E2-8B10-F7DD55E4E759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B93B9-7818-489D-AFFB-B6EAD27F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28D36-894E-4FCB-B8BB-84DE8994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573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64F1-5687-421F-B3DF-BA3C8DAD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930" y="1709738"/>
            <a:ext cx="9966519" cy="2852737"/>
          </a:xfrm>
        </p:spPr>
        <p:txBody>
          <a:bodyPr anchor="b">
            <a:normAutofit/>
          </a:bodyPr>
          <a:lstStyle>
            <a:lvl1pPr>
              <a:defRPr sz="44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BB876-5FD9-4964-BD37-6F05DAEBE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0930" y="4976327"/>
            <a:ext cx="9966520" cy="1113323"/>
          </a:xfrm>
        </p:spPr>
        <p:txBody>
          <a:bodyPr>
            <a:normAutofit/>
          </a:bodyPr>
          <a:lstStyle>
            <a:lvl1pPr marL="0" indent="0">
              <a:buNone/>
              <a:defRPr sz="12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A80A-FCDD-4009-9A1F-8B548178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C84CF-6F0D-4195-920D-9D6F75893720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A3422-56D9-4942-BC63-831AED91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4B42A-AC2C-4FD8-AD0D-BECDD384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632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DAF1-8359-4A0F-91B3-03E77C67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457200"/>
            <a:ext cx="10309745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E3D3-6B33-4CA0-B06B-A8BB05CAB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054" y="1996141"/>
            <a:ext cx="4975746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9C334-815D-47FD-A9B5-E871E286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96141"/>
            <a:ext cx="5181600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975F2-7A90-4820-B90F-D28E31A3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3BBE-A1CF-4CC7-B02C-EBCBBE110242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CFAD5-8AF8-4610-8324-85AA062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8CC8-C46E-4A10-8A83-7A251067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490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2B8-F9D9-4F53-A4A6-F12EB5F1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490" y="457200"/>
            <a:ext cx="9986898" cy="123348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070CA-85E9-47C7-8564-FFA1AE34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8490" y="1681163"/>
            <a:ext cx="46290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8D4B1-41B3-4BF5-9076-A16984A81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68490" y="2505075"/>
            <a:ext cx="4629085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A38DC-A016-4CFD-AC19-F24A9E062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4816" y="1681163"/>
            <a:ext cx="501057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930FA-8C00-42AB-B2D1-FE4E4BDB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4814" y="2505075"/>
            <a:ext cx="5010573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B698E-FAE5-4F2C-AE0E-4FD281E8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63E4-71A5-4C63-9515-748B28B89764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4BB6C-CAA4-4EA8-8EA1-65ADE056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B6A12-0532-47CA-B070-232141CC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278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8FA1-831E-4AD6-B0D1-BA85E67A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457200"/>
            <a:ext cx="9982199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94142-C469-4B0E-8C01-C64BA28F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2BAC-F228-4DAC-8800-3D810F869187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AFCE6-5C7E-438F-8D4A-21E15568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CFD88-63EA-427F-978C-B7844D1A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872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82A4F0-76A5-4852-982B-32B3B685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FFE8-7E8E-427A-AB26-E496551AFB7B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0CFAE-4BEB-4272-A2E6-FDD9D6A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B71B7-74B7-4CF1-8FE0-F4863CD7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692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32BE-C4E5-4F12-AB53-EBEF2B76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3932237" cy="192143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7F57-4ABF-4BA4-A892-38857A02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130" y="987425"/>
            <a:ext cx="5707257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2E444-E5BD-443F-AB83-84D7CE0A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8755" y="2799184"/>
            <a:ext cx="3932237" cy="306980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998A4-FD2F-4126-99C5-E2063AE0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8B19-DE76-4E18-BFC7-EB25B8C421E7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457D3-F808-4DB2-9C9C-B185E71F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1BC9B-21D1-4D2D-B02E-C887A02C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780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3EC2-2D8C-4E8D-8CC7-96764801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66" y="68113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6AF89-5FBD-43DD-958D-A5C608AE2E2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834742" y="858417"/>
            <a:ext cx="5520645" cy="500263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0A545-2CE6-48C4-A725-EF68A3F1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8966" y="2281335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466B2-6FE6-4352-BBF9-84BCD946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BD94-1F69-4074-BD82-D6EDB89FE74F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991BC-29A5-4182-BD83-9D99D288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1C78F-6633-4604-8832-8E9D2DC7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962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997B-D473-47DE-8B7B-22AB6F31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26035-4B81-4537-A22D-92C2E0DBB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A44D-F637-4017-BAA2-77756A38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F3D07-6BCF-40BC-A7F7-89BB8FFE98C6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1DCE6-ED7D-417C-ABD4-41D61570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F19A-FDAE-446A-A6B6-128F7F96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091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6D838-45E9-4D61-AA4E-92A32B579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2628900" cy="571976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183D0-4392-4364-8A2D-C47A2AF7A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57199"/>
            <a:ext cx="7734300" cy="57197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A36C9-28D5-4820-84F1-E4B9F4E5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6D97-0980-426F-BEA7-F6EB2DE3AC08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EDC8-558D-4646-86D9-A5424CF2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B7537-E67A-411A-BBA4-061521D3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117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4C0BBB-0042-4603-A226-6117F3FD5B3C}"/>
              </a:ext>
            </a:extLst>
          </p:cNvPr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</a:extLst>
          </p:cNvPr>
          <p:cNvSpPr/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78F2F-4F04-4604-9005-BF0CB114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61666"/>
            <a:ext cx="9810376" cy="1659404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17D2-52AF-4B40-80A8-3E0DB855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810376" cy="3857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2E0AA-D5B3-4BCF-BA69-209D9B335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10111" y="6409170"/>
            <a:ext cx="370239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149C728D-416F-40D5-8F13-55E5DD1CE8D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A637-D86F-4FA1-985D-2D8245651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1" y="1912217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FA4D-A931-46BA-B767-29A6FD5AA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9678" y="6408742"/>
            <a:ext cx="43865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066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pos="288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pos="7392">
          <p15:clr>
            <a:srgbClr val="F26B43"/>
          </p15:clr>
        </p15:guide>
        <p15:guide id="7" pos="5112">
          <p15:clr>
            <a:srgbClr val="F26B43"/>
          </p15:clr>
        </p15:guide>
        <p15:guide id="8" pos="2544">
          <p15:clr>
            <a:srgbClr val="F26B43"/>
          </p15:clr>
        </p15:guide>
        <p15:guide id="9" pos="864">
          <p15:clr>
            <a:srgbClr val="F26B43"/>
          </p15:clr>
        </p15:guide>
        <p15:guide id="10" orient="horz" pos="648">
          <p15:clr>
            <a:srgbClr val="F26B43"/>
          </p15:clr>
        </p15:guide>
        <p15:guide id="11" pos="6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Basic Calculator using Python &amp; </a:t>
            </a:r>
            <a:r>
              <a:rPr lang="en-US" dirty="0" err="1">
                <a:ea typeface="+mj-lt"/>
                <a:cs typeface="+mj-lt"/>
              </a:rPr>
              <a:t>Tkinter</a:t>
            </a:r>
            <a:br>
              <a:rPr lang="en-US" dirty="0">
                <a:ea typeface="+mj-lt"/>
                <a:cs typeface="+mj-lt"/>
              </a:rPr>
            </a:br>
            <a:r>
              <a:rPr lang="en-US" dirty="0" err="1"/>
              <a:t>NextHikes</a:t>
            </a:r>
            <a:r>
              <a:rPr lang="en-US" dirty="0"/>
              <a:t> IT Solution Ltd 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1B213-24D7-9D89-3AF0-89969E6B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5700" y="174625"/>
            <a:ext cx="10515600" cy="132556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412FE-FC61-A48A-3480-C1D0E1427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542" y="1404520"/>
            <a:ext cx="11257547" cy="488273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/>
              <a:t>What is Calculator ?</a:t>
            </a:r>
          </a:p>
          <a:p>
            <a:r>
              <a:rPr lang="en-US" dirty="0"/>
              <a:t>Why Tkinter ?</a:t>
            </a:r>
          </a:p>
          <a:p>
            <a:r>
              <a:rPr lang="en-US" b="1" dirty="0">
                <a:ea typeface="+mn-lt"/>
                <a:cs typeface="+mn-lt"/>
              </a:rPr>
              <a:t>Tkinter is a built-in library in Python</a:t>
            </a:r>
            <a:r>
              <a:rPr lang="en-US" dirty="0">
                <a:ea typeface="+mn-lt"/>
                <a:cs typeface="+mn-lt"/>
              </a:rPr>
              <a:t> used to create </a:t>
            </a:r>
            <a:r>
              <a:rPr lang="en-US" b="1" dirty="0">
                <a:ea typeface="+mn-lt"/>
                <a:cs typeface="+mn-lt"/>
              </a:rPr>
              <a:t>Graphical User Interface (GUI)</a:t>
            </a:r>
            <a:r>
              <a:rPr lang="en-US" dirty="0">
                <a:ea typeface="+mn-lt"/>
                <a:cs typeface="+mn-lt"/>
              </a:rPr>
              <a:t> applications.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It helps us make programs with </a:t>
            </a:r>
            <a:r>
              <a:rPr lang="en-US" b="1" dirty="0">
                <a:ea typeface="+mn-lt"/>
                <a:cs typeface="+mn-lt"/>
              </a:rPr>
              <a:t>windows, buttons, labels, text boxes, and menus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Tkinter allows users to </a:t>
            </a:r>
            <a:r>
              <a:rPr lang="en-US" b="1" dirty="0">
                <a:ea typeface="+mn-lt"/>
                <a:cs typeface="+mn-lt"/>
              </a:rPr>
              <a:t>interact using mouse clicks</a:t>
            </a:r>
            <a:r>
              <a:rPr lang="en-US" dirty="0">
                <a:ea typeface="+mn-lt"/>
                <a:cs typeface="+mn-lt"/>
              </a:rPr>
              <a:t> instead of typing commands.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It is </a:t>
            </a:r>
            <a:r>
              <a:rPr lang="en-US" b="1" dirty="0">
                <a:ea typeface="+mn-lt"/>
                <a:cs typeface="+mn-lt"/>
              </a:rPr>
              <a:t>easy to learn</a:t>
            </a:r>
            <a:r>
              <a:rPr lang="en-US" dirty="0">
                <a:ea typeface="+mn-lt"/>
                <a:cs typeface="+mn-lt"/>
              </a:rPr>
              <a:t> and suitable for beginners.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Tintern comes </a:t>
            </a:r>
            <a:r>
              <a:rPr lang="en-US" b="1" dirty="0">
                <a:ea typeface="+mn-lt"/>
                <a:cs typeface="+mn-lt"/>
              </a:rPr>
              <a:t>pre-installed with Python</a:t>
            </a:r>
            <a:r>
              <a:rPr lang="en-US" dirty="0">
                <a:ea typeface="+mn-lt"/>
                <a:cs typeface="+mn-lt"/>
              </a:rPr>
              <a:t>, so no extra installation is needed.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It is commonly used to build </a:t>
            </a:r>
            <a:r>
              <a:rPr lang="en-US" b="1" dirty="0">
                <a:ea typeface="+mn-lt"/>
                <a:cs typeface="+mn-lt"/>
              </a:rPr>
              <a:t>small applications</a:t>
            </a:r>
            <a:r>
              <a:rPr lang="en-US" dirty="0">
                <a:ea typeface="+mn-lt"/>
                <a:cs typeface="+mn-lt"/>
              </a:rPr>
              <a:t> like calculators, forms, and desktop tools.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583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66DC0-E7A5-E8E9-E58E-BCC298A66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19724-194A-AA81-C534-F7ECF07C8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To create a basic calculator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To perform simple mathematical operations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To learn GUI programming using Python</a:t>
            </a:r>
            <a:endParaRPr lang="en-US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560E3-FDEF-058D-0079-0F35DED3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3BF61-C3E8-46AC-8204-5E8CF3F1403C}" type="datetime1"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C827E-12FB-B20E-130A-85CE8D881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1B9AE-BFFA-D07F-C93A-BAB3F8B99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873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887F5-DEB2-F92B-E3D0-6F8485B41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327E7-946A-8ED4-0BA1-C7B31F57E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Python</a:t>
            </a:r>
          </a:p>
          <a:p>
            <a:r>
              <a:rPr lang="en-US" err="1"/>
              <a:t>Tkinter</a:t>
            </a:r>
            <a:endParaRPr lang="en-US" dirty="0" err="1"/>
          </a:p>
          <a:p>
            <a:r>
              <a:rPr lang="en-US" dirty="0"/>
              <a:t>VS Code</a:t>
            </a:r>
          </a:p>
          <a:p>
            <a:r>
              <a:rPr lang="en-US" dirty="0" err="1"/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1261794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43F56-CE93-BAF2-FE92-7E7E72488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963" y="4178"/>
            <a:ext cx="10515600" cy="1325563"/>
          </a:xfrm>
        </p:spPr>
        <p:txBody>
          <a:bodyPr/>
          <a:lstStyle/>
          <a:p>
            <a:r>
              <a:rPr lang="en-US" dirty="0"/>
              <a:t>             Features </a:t>
            </a:r>
          </a:p>
        </p:txBody>
      </p:sp>
      <p:pic>
        <p:nvPicPr>
          <p:cNvPr id="4" name="Content Placeholder 3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7486A8B7-4910-3F7A-7FB9-C7D753B96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12505" y="881104"/>
            <a:ext cx="4186989" cy="411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4BC20B-E2EA-4D50-FC83-59ABDEB8BAEA}"/>
              </a:ext>
            </a:extLst>
          </p:cNvPr>
          <p:cNvSpPr txBox="1"/>
          <p:nvPr/>
        </p:nvSpPr>
        <p:spPr>
          <a:xfrm>
            <a:off x="210634" y="1303698"/>
            <a:ext cx="7132683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This Python based Calculator which can perform all basic operations Addition , Subtraction , Multiplication and Division 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Shows numbers and results on the display screen.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Has buttons from </a:t>
            </a:r>
            <a:r>
              <a:rPr lang="en-US" b="1" dirty="0">
                <a:ea typeface="+mn-lt"/>
                <a:cs typeface="+mn-lt"/>
              </a:rPr>
              <a:t>0 to 9</a:t>
            </a:r>
            <a:r>
              <a:rPr lang="en-US" dirty="0">
                <a:ea typeface="+mn-lt"/>
                <a:cs typeface="+mn-lt"/>
              </a:rPr>
              <a:t> to enter numbers.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Supports </a:t>
            </a:r>
            <a:r>
              <a:rPr lang="en-US" b="1" dirty="0">
                <a:ea typeface="+mn-lt"/>
                <a:cs typeface="+mn-lt"/>
              </a:rPr>
              <a:t>addition (+)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Supports </a:t>
            </a:r>
            <a:r>
              <a:rPr lang="en-US" b="1" dirty="0">
                <a:ea typeface="+mn-lt"/>
                <a:cs typeface="+mn-lt"/>
              </a:rPr>
              <a:t>subtraction (−)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Supports </a:t>
            </a:r>
            <a:r>
              <a:rPr lang="en-US" b="1" dirty="0">
                <a:ea typeface="+mn-lt"/>
                <a:cs typeface="+mn-lt"/>
              </a:rPr>
              <a:t>multiplication (*)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Supports </a:t>
            </a:r>
            <a:r>
              <a:rPr lang="en-US" b="1" dirty="0">
                <a:ea typeface="+mn-lt"/>
                <a:cs typeface="+mn-lt"/>
              </a:rPr>
              <a:t>division (/)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Equals (=)</a:t>
            </a:r>
            <a:r>
              <a:rPr lang="en-US" dirty="0">
                <a:ea typeface="+mn-lt"/>
                <a:cs typeface="+mn-lt"/>
              </a:rPr>
              <a:t> button calculates the result.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Clear (C)</a:t>
            </a:r>
            <a:r>
              <a:rPr lang="en-US" dirty="0">
                <a:ea typeface="+mn-lt"/>
                <a:cs typeface="+mn-lt"/>
              </a:rPr>
              <a:t> button clears the screen.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Displays </a:t>
            </a:r>
            <a:r>
              <a:rPr lang="en-US" b="1" dirty="0">
                <a:ea typeface="+mn-lt"/>
                <a:cs typeface="+mn-lt"/>
              </a:rPr>
              <a:t>decimal results</a:t>
            </a:r>
            <a:r>
              <a:rPr lang="en-US" dirty="0">
                <a:ea typeface="+mn-lt"/>
                <a:cs typeface="+mn-lt"/>
              </a:rPr>
              <a:t> when required.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Shows </a:t>
            </a:r>
            <a:r>
              <a:rPr lang="en-US" b="1" dirty="0">
                <a:ea typeface="+mn-lt"/>
                <a:cs typeface="+mn-lt"/>
              </a:rPr>
              <a:t>Error</a:t>
            </a:r>
            <a:r>
              <a:rPr lang="en-US" dirty="0">
                <a:ea typeface="+mn-lt"/>
                <a:cs typeface="+mn-lt"/>
              </a:rPr>
              <a:t> for invalid calculations.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Buttons are </a:t>
            </a:r>
            <a:r>
              <a:rPr lang="en-US" b="1" dirty="0">
                <a:ea typeface="+mn-lt"/>
                <a:cs typeface="+mn-lt"/>
              </a:rPr>
              <a:t>clickable and easy to use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Calculator updates the screen </a:t>
            </a:r>
            <a:r>
              <a:rPr lang="en-US" b="1" dirty="0">
                <a:ea typeface="+mn-lt"/>
                <a:cs typeface="+mn-lt"/>
              </a:rPr>
              <a:t>instantly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Built using </a:t>
            </a:r>
            <a:r>
              <a:rPr lang="en-US" b="1" dirty="0">
                <a:ea typeface="+mn-lt"/>
                <a:cs typeface="+mn-lt"/>
              </a:rPr>
              <a:t>Python and </a:t>
            </a:r>
            <a:r>
              <a:rPr lang="en-US" b="1" dirty="0" err="1">
                <a:ea typeface="+mn-lt"/>
                <a:cs typeface="+mn-lt"/>
              </a:rPr>
              <a:t>Tkinter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Works like a </a:t>
            </a:r>
            <a:r>
              <a:rPr lang="en-US" b="1" dirty="0">
                <a:ea typeface="+mn-lt"/>
                <a:cs typeface="+mn-lt"/>
              </a:rPr>
              <a:t>real calculator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User-friendly graphical interface.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600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9DFB-C41B-9991-430C-A997113D0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763" y="75382"/>
            <a:ext cx="10240903" cy="1233488"/>
          </a:xfrm>
        </p:spPr>
        <p:txBody>
          <a:bodyPr/>
          <a:lstStyle/>
          <a:p>
            <a:r>
              <a:rPr lang="en-US" dirty="0"/>
              <a:t>Advanced scientific calculator</a:t>
            </a:r>
          </a:p>
        </p:txBody>
      </p:sp>
      <p:pic>
        <p:nvPicPr>
          <p:cNvPr id="7" name="Content Placeholder 6" descr="A screenshot of a keyboard&#10;&#10;AI-generated content may be incorrect.">
            <a:extLst>
              <a:ext uri="{FF2B5EF4-FFF2-40B4-BE49-F238E27FC236}">
                <a16:creationId xmlns:a16="http://schemas.microsoft.com/office/drawing/2014/main" id="{5F9C5674-0C77-71BB-4B91-0248B05BEB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-20332" r="-56825" b="224"/>
          <a:stretch>
            <a:fillRect/>
          </a:stretch>
        </p:blipFill>
        <p:spPr>
          <a:xfrm>
            <a:off x="8266713" y="-109550"/>
            <a:ext cx="5563314" cy="602804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865EC-6B9D-53FA-AE5E-4BE3033A3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68B08-BAF0-4F14-B622-C20B0176195D}" type="datetime1"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69D5D-C7A5-C45A-EFDD-18392C6B4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EC8EA-50DC-BBF8-9BAE-087B95067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E90DC4-3AA2-E952-CC76-2686073A2EB0}"/>
              </a:ext>
            </a:extLst>
          </p:cNvPr>
          <p:cNvSpPr txBox="1"/>
          <p:nvPr/>
        </p:nvSpPr>
        <p:spPr>
          <a:xfrm>
            <a:off x="385762" y="1593056"/>
            <a:ext cx="615553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Advanced Scientific Calculator helps to solve Complex Calculations such as Sin , Cos , Tan , nPr , </a:t>
            </a:r>
            <a:r>
              <a:rPr lang="en-US" b="1" err="1"/>
              <a:t>nCr</a:t>
            </a:r>
            <a:r>
              <a:rPr lang="en-US" b="1" dirty="0"/>
              <a:t> , </a:t>
            </a:r>
            <a:r>
              <a:rPr lang="en-US" b="1" err="1"/>
              <a:t>e^x</a:t>
            </a:r>
            <a:r>
              <a:rPr lang="en-US" b="1" dirty="0"/>
              <a:t> .</a:t>
            </a:r>
          </a:p>
        </p:txBody>
      </p:sp>
      <p:pic>
        <p:nvPicPr>
          <p:cNvPr id="9" name="Picture 8" descr="A keyboard with numbers and symbols&#10;&#10;AI-generated content may be incorrect.">
            <a:extLst>
              <a:ext uri="{FF2B5EF4-FFF2-40B4-BE49-F238E27FC236}">
                <a16:creationId xmlns:a16="http://schemas.microsoft.com/office/drawing/2014/main" id="{570AC19E-6921-7036-F768-BA31166A5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12" y="2238375"/>
            <a:ext cx="2836727" cy="4095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60FC80-951A-4D8A-CA34-B69DC277AF15}"/>
              </a:ext>
            </a:extLst>
          </p:cNvPr>
          <p:cNvSpPr txBox="1"/>
          <p:nvPr/>
        </p:nvSpPr>
        <p:spPr>
          <a:xfrm>
            <a:off x="3740943" y="3733800"/>
            <a:ext cx="23574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Sin 30 = 0.4999999</a:t>
            </a:r>
          </a:p>
        </p:txBody>
      </p:sp>
    </p:spTree>
    <p:extLst>
      <p:ext uri="{BB962C8B-B14F-4D97-AF65-F5344CB8AC3E}">
        <p14:creationId xmlns:p14="http://schemas.microsoft.com/office/powerpoint/2010/main" val="3951654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4C690-A8A8-3A96-774F-368B6D725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of the calculator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D0FBF-E5D3-A977-7101-34B5D88AB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User clicks number buttons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Operators are selected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Expression is shown on the screen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Result is calculated using = button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C8BE4-83D3-15DF-FC1E-DE397D79F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34C29-6ADE-4349-997E-8177B1F30E1E}" type="datetime1"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04D14-05C9-3CF0-A0C4-FF262DD37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B9EB1-05CE-7104-7808-A107E5FE5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666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58515-CE54-4F47-0627-DCA449BAB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44936-9937-49C9-4CD2-31C92CCF2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Basics of Python programming</a:t>
            </a:r>
          </a:p>
          <a:p>
            <a:r>
              <a:rPr lang="en-US">
                <a:ea typeface="+mn-lt"/>
                <a:cs typeface="+mn-lt"/>
              </a:rPr>
              <a:t>Understanding of </a:t>
            </a:r>
            <a:r>
              <a:rPr lang="en-US" err="1">
                <a:ea typeface="+mn-lt"/>
                <a:cs typeface="+mn-lt"/>
              </a:rPr>
              <a:t>Tkinter</a:t>
            </a:r>
            <a:endParaRPr lang="en-US" dirty="0" err="1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GUI application development</a:t>
            </a:r>
          </a:p>
          <a:p>
            <a:r>
              <a:rPr lang="en-US" dirty="0">
                <a:ea typeface="+mn-lt"/>
                <a:cs typeface="+mn-lt"/>
              </a:rPr>
              <a:t>Hands-on coding experience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CB6EE-F578-9067-89B5-C383F3DA5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00AA2-31F4-4C77-92DA-37DC95345F37}" type="datetime1"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3DECC-035E-54E7-F36C-9BBCA292B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A209C-9B4D-0252-B03F-0F14B0F1F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044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B4CFF-3D83-D8A8-1234-9F00CF3C3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AB78F-5573-64C5-6FFB-F5145E584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Calculator works correctly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User-friendly interface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Meets project requirements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516CB-1145-EC09-F35F-9F21D63EA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8B508-3C19-489F-B421-DF6C82C83B82}" type="datetime1">
              <a:t>2/2/2026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C7D8D-7A13-467C-4068-4BDD172E0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C8422-95BD-901C-A0A3-0AEA31886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448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10C0C3-B662-5ACC-1469-F344DCCB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C40C5-96DC-4B06-973B-B9546E086732}" type="datetime1">
              <a:t>2/2/2026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3B19BF-8C4D-1146-22E0-2CC78FF8D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07DF2-563A-0047-7274-B39043EF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56C697-CEF9-F2E8-CFC8-72018FB052D4}"/>
              </a:ext>
            </a:extLst>
          </p:cNvPr>
          <p:cNvSpPr txBox="1"/>
          <p:nvPr/>
        </p:nvSpPr>
        <p:spPr>
          <a:xfrm>
            <a:off x="2093109" y="2150849"/>
            <a:ext cx="762180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b="1" dirty="0">
                <a:latin typeface="Aptos"/>
              </a:rPr>
              <a:t>Thank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82158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VTI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GradientRi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13C68A69-E745-489A-84EC-B7BCE4AA380B}" vid="{9CF7857A-9412-4E45-AB0D-6EAA5A7DC4C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GradientRiseVTI</vt:lpstr>
      <vt:lpstr>Basic Calculator using Python &amp; Tkinter NextHikes IT Solution Ltd </vt:lpstr>
      <vt:lpstr>Introduction</vt:lpstr>
      <vt:lpstr>Objective of the project</vt:lpstr>
      <vt:lpstr>Tools Used</vt:lpstr>
      <vt:lpstr>             Features </vt:lpstr>
      <vt:lpstr>Advanced scientific calculator</vt:lpstr>
      <vt:lpstr>Working of the calculator</vt:lpstr>
      <vt:lpstr>Learning OUTCOMES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144</cp:revision>
  <dcterms:created xsi:type="dcterms:W3CDTF">2026-01-21T07:51:03Z</dcterms:created>
  <dcterms:modified xsi:type="dcterms:W3CDTF">2026-02-02T08:22:25Z</dcterms:modified>
</cp:coreProperties>
</file>